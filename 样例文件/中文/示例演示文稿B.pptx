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示例项目演示文稿 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演示用途 · 虚构内容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示例章节：背景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本文件为演示用途的虚构内容，不包含任何真实组织、人员或业务信息。</a:t>
            </a:r>
          </a:p>
          <a:p>
            <a:r>
              <a:t>这里用于展示标题、段落、列表与表格在预览器中的渲染效果。</a:t>
            </a:r>
          </a:p>
          <a:p>
            <a:r>
              <a:t>示例文本：Lorem ipsum dolor sit amet, consectetur adipiscing elit.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示例章节：目标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本文件为演示用途的虚构内容，不包含任何真实组织、人员或业务信息。</a:t>
            </a:r>
          </a:p>
          <a:p>
            <a:r>
              <a:t>这里用于展示标题、段落、列表与表格在预览器中的渲染效果。</a:t>
            </a:r>
          </a:p>
          <a:p>
            <a:r>
              <a:t>示例文本：Lorem ipsum dolor sit amet, consectetur adipiscing elit.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示例章节：规划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本文件为演示用途的虚构内容，不包含任何真实组织、人员或业务信息。</a:t>
            </a:r>
          </a:p>
          <a:p>
            <a:r>
              <a:t>这里用于展示标题、段落、列表与表格在预览器中的渲染效果。</a:t>
            </a:r>
          </a:p>
          <a:p>
            <a:r>
              <a:t>示例文本：Lorem ipsum dolor sit amet, consectetur adipiscing elit.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示例表格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负责人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示例功能一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用户A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示例功能二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进行中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用户B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示例功能三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未开始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用户C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示例功能四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类别丙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用户D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