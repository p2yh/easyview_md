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Project Presentation 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demonstration · Fictional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Section: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file contains fictional content for demonstration purposes only and does not include any real organizations, people, or business information.</a:t>
            </a:r>
          </a:p>
          <a:p>
            <a:r>
              <a:t>It is used to show how headings, paragraphs, lists, and tables render in the previewer.</a:t>
            </a:r>
          </a:p>
          <a:p>
            <a:r>
              <a:t>Sample text: Lorem ipsum dolor sit amet, consectetur adipiscing elit.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Section: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file contains fictional content for demonstration purposes only and does not include any real organizations, people, or business information.</a:t>
            </a:r>
          </a:p>
          <a:p>
            <a:r>
              <a:t>It is used to show how headings, paragraphs, lists, and tables render in the previewer.</a:t>
            </a:r>
          </a:p>
          <a:p>
            <a:r>
              <a:t>Sample text: Lorem ipsum dolor sit amet, consectetur adipiscing elit.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Section: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file contains fictional content for demonstration purposes only and does not include any real organizations, people, or business information.</a:t>
            </a:r>
          </a:p>
          <a:p>
            <a:r>
              <a:t>It is used to show how headings, paragraphs, lists, and tables render in the previewer.</a:t>
            </a:r>
          </a:p>
          <a:p>
            <a:r>
              <a:t>Sample text: Lorem ipsum dolor sit amet, consectetur adipiscing elit.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Sample Feature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Sample Feature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B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Sample Feature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C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Sample Feature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