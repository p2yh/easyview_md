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示例项目演示文稿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演示用途 · 虚构内容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未开始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